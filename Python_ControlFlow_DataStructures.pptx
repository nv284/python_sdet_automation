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participants. Set expectations: This session transitions from basics to real automation patterns. Emphasize that control flow + collections form 80% of test framework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flow: Logic → Collections → Iteration → Integration. Highlight that each concept will be tied to test data handling, API response parsing, and CI/CD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Python's truthiness model. Show how `if response:` works but warn that `0` or `[]` evaluate False unintentionally. Emphasize readability: `if status_code == 200` &gt; `if status_code:`.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how nested `if`s become unreadable in test frameworks. Show the guard clause pattern. Explain that early exits reduce cognitive load and make test logs cleaner.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when to use each. `for` for test suites, CSV rows, API batches. `while` for retry mechanisms or waiting for UI elements. Warn about infinite `while` loops without timeouts in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practical use: `continue` for skipping flaky tests. `break` for failing fast on critical blockers. Emphasize logging why a loop exits early to avoid hidden test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Lists are the backbone of test data management. Demonstrate slicing (`lst[-2:]`) for batching. Warn about `remove()` throwing ValueError if item missing. Connect to test case queues.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immutability matters: prevents accidental test state mutations in parallel runs. Show unpacking for clean config assignment. Note that tuples can hold mutable objects inside.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Sets shine in automation: tracking executed test IDs, finding missing test cases, or comparing expected vs actual results. Warn that sets are unordered; don't use them when sequence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Dictionaries are the default structure for modern APIs and test fixtures. Emphasize that keys are unique. Show how nested dicts mirror JSON payloads. Warn against assuming keys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defensive programming: `.get()` prevents test suite crashes on malformed API responses. Merging is essential for environment-specific config overrides. Show how `.items()` pairs with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why `for i in range(len(list))` is anti-pattern. `enumerate()` is Pythonic, readable, and less error-prone. Relate to generating sequential test logs, numbering JUnit reports, or tracking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CSV/API response parsing. Show how `zip` eliminates index math. Warn about silent truncation if sequences differ in length. Suggest `itertools.zip_longest` when alignment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how frameworks actually process data. List comprehensions + filtering + enumerated execution mirror pytest collection phases. Emphasize that readable pipelines reduce maintenance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them step-by-step. Encourage pairing. Suggest using `.get()` for safe status access. After 10 mins, review a clean solution. Highlight how this mirrors real CI log parsing.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the 'right tool for the job' mindset. Recommend Black/Ruff for auto-formatting. Preview how these concepts scale to parameterized tests. Open floor for real-world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Control Flow &amp; Data Structures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Mastering Logic, Collections &amp; Iteration for Automation</a:t>
            </a:r>
          </a:p>
          <a:p>
            <a:r>
              <a:t>Presenter: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Conditional logic (if, elif, else)</a:t>
            </a:r>
          </a:p>
          <a:p>
            <a:pPr>
              <a:spcAft>
                <a:spcPts val="600"/>
              </a:spcAft>
            </a:pPr>
            <a:r>
              <a:t>• Nested conditions &amp; real-time validation flows</a:t>
            </a:r>
          </a:p>
          <a:p>
            <a:pPr>
              <a:spcAft>
                <a:spcPts val="600"/>
              </a:spcAft>
            </a:pPr>
            <a:r>
              <a:t>• Loops: for, while, break, continue</a:t>
            </a:r>
          </a:p>
          <a:p>
            <a:pPr>
              <a:spcAft>
                <a:spcPts val="600"/>
              </a:spcAft>
            </a:pPr>
            <a:r>
              <a:t>• Collections: Lists (CRUD), Tuples, Sets, Dictionaries</a:t>
            </a:r>
          </a:p>
          <a:p>
            <a:pPr>
              <a:spcAft>
                <a:spcPts val="600"/>
              </a:spcAft>
            </a:pPr>
            <a:r>
              <a:t>• Iteration patterns: enumerate(), zip()</a:t>
            </a:r>
          </a:p>
          <a:p>
            <a:pPr>
              <a:spcAft>
                <a:spcPts val="600"/>
              </a:spcAft>
            </a:pPr>
            <a:r>
              <a:t>• Hands-on: Integrated data processing scenario</a:t>
            </a:r>
          </a:p>
          <a:p>
            <a:pPr>
              <a:spcAft>
                <a:spcPts val="600"/>
              </a:spcAft>
            </a:pPr>
            <a:r>
              <a:t>• Best practices for automation frameworks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Logic (if, elif, else)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Branch execution based on boolean evaluation</a:t>
            </a:r>
          </a:p>
          <a:p>
            <a:pPr>
              <a:spcAft>
                <a:spcPts val="600"/>
              </a:spcAft>
            </a:pPr>
            <a:r>
              <a:t>• Truthy/Falsy: non-empty strings, non-zero numbers → True; empty/0/None → False</a:t>
            </a:r>
          </a:p>
          <a:p>
            <a:pPr>
              <a:spcAft>
                <a:spcPts val="600"/>
              </a:spcAft>
            </a:pPr>
            <a:r>
              <a:t>• Ternary operator: compact single-line assignments</a:t>
            </a:r>
          </a:p>
          <a:p>
            <a:pPr>
              <a:spcAft>
                <a:spcPts val="600"/>
              </a:spcAft>
            </a:pPr>
            <a:r>
              <a:t>  status = 200</a:t>
            </a:r>
          </a:p>
          <a:p>
            <a:pPr>
              <a:spcAft>
                <a:spcPts val="600"/>
              </a:spcAft>
            </a:pPr>
            <a:r>
              <a:t>  result = 'Pass' if status == 200 else 'Fail'</a:t>
            </a:r>
          </a:p>
          <a:p>
            <a:pPr>
              <a:spcAft>
                <a:spcPts val="600"/>
              </a:spcAft>
            </a:pPr>
            <a:r>
              <a:t>• Automation tip: Prefer explicit comparisons over implicit truthiness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Conditions &amp; Validation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Real-time validation often requires multiple checks</a:t>
            </a:r>
          </a:p>
          <a:p>
            <a:pPr>
              <a:spcAft>
                <a:spcPts val="600"/>
              </a:spcAft>
            </a:pPr>
            <a:r>
              <a:t>• Deep nesting → 'Pyramid of Doom' → hard to maintain</a:t>
            </a:r>
          </a:p>
          <a:p>
            <a:pPr>
              <a:spcAft>
                <a:spcPts val="600"/>
              </a:spcAft>
            </a:pPr>
            <a:r>
              <a:t>• Best practice: Guard clauses / early returns</a:t>
            </a:r>
          </a:p>
          <a:p>
            <a:pPr>
              <a:spcAft>
                <a:spcPts val="600"/>
              </a:spcAft>
            </a:pPr>
            <a:r>
              <a:t>  def validate(payload):</a:t>
            </a:r>
          </a:p>
          <a:p>
            <a:pPr>
              <a:spcAft>
                <a:spcPts val="600"/>
              </a:spcAft>
            </a:pPr>
            <a:r>
              <a:t>      if not payload: return False</a:t>
            </a:r>
          </a:p>
          <a:p>
            <a:pPr>
              <a:spcAft>
                <a:spcPts val="600"/>
              </a:spcAft>
            </a:pPr>
            <a:r>
              <a:t>      if 'id' not in payload: return False</a:t>
            </a:r>
          </a:p>
          <a:p>
            <a:pPr>
              <a:spcAft>
                <a:spcPts val="600"/>
              </a:spcAft>
            </a:pPr>
            <a:r>
              <a:t>      return process(payload)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Loops: for &amp;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for loop: iterate over known sequences (lists, ranges, dicts)</a:t>
            </a:r>
          </a:p>
          <a:p>
            <a:pPr>
              <a:spcAft>
                <a:spcPts val="600"/>
              </a:spcAft>
            </a:pPr>
            <a:r>
              <a:t>• while loop: repeat until a condition becomes False</a:t>
            </a:r>
          </a:p>
          <a:p>
            <a:pPr>
              <a:spcAft>
                <a:spcPts val="600"/>
              </a:spcAft>
            </a:pPr>
            <a:r>
              <a:t>• for is preferred in automation (deterministic data)</a:t>
            </a:r>
          </a:p>
          <a:p>
            <a:pPr>
              <a:spcAft>
                <a:spcPts val="600"/>
              </a:spcAft>
            </a:pPr>
            <a:r>
              <a:t>  for attempt in range(1, 4):</a:t>
            </a:r>
          </a:p>
          <a:p>
            <a:pPr>
              <a:spcAft>
                <a:spcPts val="600"/>
              </a:spcAft>
            </a:pPr>
            <a:r>
              <a:t>      print(f'Retry {attempt}')</a:t>
            </a:r>
          </a:p>
          <a:p>
            <a:pPr>
              <a:spcAft>
                <a:spcPts val="600"/>
              </a:spcAft>
            </a:pPr>
            <a:r>
              <a:t>• while = polling, retry logic, dynamic wait conditions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 Control: break &amp;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break: exit loop immediately</a:t>
            </a:r>
          </a:p>
          <a:p>
            <a:pPr>
              <a:spcAft>
                <a:spcPts val="600"/>
              </a:spcAft>
            </a:pPr>
            <a:r>
              <a:t>• continue: skip current iteration, jump to next</a:t>
            </a:r>
          </a:p>
          <a:p>
            <a:pPr>
              <a:spcAft>
                <a:spcPts val="600"/>
              </a:spcAft>
            </a:pPr>
            <a:r>
              <a:t>• Prevents unnecessary processing &amp; speeds up test runs</a:t>
            </a:r>
          </a:p>
          <a:p>
            <a:pPr>
              <a:spcAft>
                <a:spcPts val="600"/>
              </a:spcAft>
            </a:pPr>
            <a:r>
              <a:t>  for test in suite:</a:t>
            </a:r>
          </a:p>
          <a:p>
            <a:pPr>
              <a:spcAft>
                <a:spcPts val="600"/>
              </a:spcAft>
            </a:pPr>
            <a:r>
              <a:t>      if test.skipped: continue</a:t>
            </a:r>
          </a:p>
          <a:p>
            <a:pPr>
              <a:spcAft>
                <a:spcPts val="600"/>
              </a:spcAft>
            </a:pPr>
            <a:r>
              <a:t>      if test.critical and test.failed: break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Lists: 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Ordered, mutable, allows duplicates</a:t>
            </a:r>
          </a:p>
          <a:p>
            <a:pPr>
              <a:spcAft>
                <a:spcPts val="600"/>
              </a:spcAft>
            </a:pPr>
            <a:r>
              <a:t>• Create: lst = [] or [1, 2, 3]</a:t>
            </a:r>
          </a:p>
          <a:p>
            <a:pPr>
              <a:spcAft>
                <a:spcPts val="600"/>
              </a:spcAft>
            </a:pPr>
            <a:r>
              <a:t>• Read: lst[0], lst[-1], lst[1:3]</a:t>
            </a:r>
          </a:p>
          <a:p>
            <a:pPr>
              <a:spcAft>
                <a:spcPts val="600"/>
              </a:spcAft>
            </a:pPr>
            <a:r>
              <a:t>• Update: lst.append(), lst.insert(), lst[1] = 'new'</a:t>
            </a:r>
          </a:p>
          <a:p>
            <a:pPr>
              <a:spcAft>
                <a:spcPts val="600"/>
              </a:spcAft>
            </a:pPr>
            <a:r>
              <a:t>• Delete: lst.pop(), lst.remove(), del lst[0]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Tuples: Immutability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Ordered, IMMUTABLE, slightly faster than lists</a:t>
            </a:r>
          </a:p>
          <a:p>
            <a:pPr>
              <a:spcAft>
                <a:spcPts val="600"/>
              </a:spcAft>
            </a:pPr>
            <a:r>
              <a:t>• Syntax: tup = ('dev', 8080) or tup = 1, 2, 3</a:t>
            </a:r>
          </a:p>
          <a:p>
            <a:pPr>
              <a:spcAft>
                <a:spcPts val="600"/>
              </a:spcAft>
            </a:pPr>
            <a:r>
              <a:t>• Unpacking: host, port = tup</a:t>
            </a:r>
          </a:p>
          <a:p>
            <a:pPr>
              <a:spcAft>
                <a:spcPts val="600"/>
              </a:spcAft>
            </a:pPr>
            <a:r>
              <a:t>• Use cases: config constants, DB coordinates, fixed headers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Sets: Unique Data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Unordered, stores ONLY unique elements</a:t>
            </a:r>
          </a:p>
          <a:p>
            <a:pPr>
              <a:spcAft>
                <a:spcPts val="600"/>
              </a:spcAft>
            </a:pPr>
            <a:r>
              <a:t>• Fast O(1) lookups, ideal for deduplication</a:t>
            </a:r>
          </a:p>
          <a:p>
            <a:pPr>
              <a:spcAft>
                <a:spcPts val="600"/>
              </a:spcAft>
            </a:pPr>
            <a:r>
              <a:t>• Math ops: union (|), intersection (&amp;), difference (-)</a:t>
            </a:r>
          </a:p>
          <a:p>
            <a:pPr>
              <a:spcAft>
                <a:spcPts val="600"/>
              </a:spcAft>
            </a:pPr>
            <a:r>
              <a:t>  executed = {101, 102, 101}  # → {101, 102}</a:t>
            </a:r>
          </a:p>
          <a:p>
            <a:pPr>
              <a:spcAft>
                <a:spcPts val="600"/>
              </a:spcAft>
            </a:pPr>
            <a:r>
              <a:t>  missing = all_ids - executed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Dictionaries: Key-Value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Hash map: fast lookups, JSON-like structure</a:t>
            </a:r>
          </a:p>
          <a:p>
            <a:pPr>
              <a:spcAft>
                <a:spcPts val="600"/>
              </a:spcAft>
            </a:pPr>
            <a:r>
              <a:t>• Keys must be immutable (str, int, tuple)</a:t>
            </a:r>
          </a:p>
          <a:p>
            <a:pPr>
              <a:spcAft>
                <a:spcPts val="600"/>
              </a:spcAft>
            </a:pPr>
            <a:r>
              <a:t>• Ideal for API responses, test configs, environment vars</a:t>
            </a:r>
          </a:p>
          <a:p>
            <a:pPr>
              <a:spcAft>
                <a:spcPts val="600"/>
              </a:spcAft>
            </a:pPr>
            <a:r>
              <a:t>  resp = {'status': 200, 'data': {'id': 5}}</a:t>
            </a:r>
          </a:p>
          <a:p>
            <a:pPr>
              <a:spcAft>
                <a:spcPts val="600"/>
              </a:spcAft>
            </a:pPr>
            <a:r>
              <a:t>  print(resp['status'])  # 200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Dictionaries: Safe Access &amp;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.get(key, default) → avoids KeyError crashes</a:t>
            </a:r>
          </a:p>
          <a:p>
            <a:pPr>
              <a:spcAft>
                <a:spcPts val="600"/>
              </a:spcAft>
            </a:pPr>
            <a:r>
              <a:t>• .update() or {**d1, **d2} → merge configs safely</a:t>
            </a:r>
          </a:p>
          <a:p>
            <a:pPr>
              <a:spcAft>
                <a:spcPts val="600"/>
              </a:spcAft>
            </a:pPr>
            <a:r>
              <a:t>• .keys(), .values(), .items() → iteration helpers</a:t>
            </a:r>
          </a:p>
          <a:p>
            <a:pPr>
              <a:spcAft>
                <a:spcPts val="600"/>
              </a:spcAft>
            </a:pPr>
            <a:r>
              <a:t>  token = resp.get('token', 'expired')</a:t>
            </a:r>
          </a:p>
          <a:p>
            <a:pPr>
              <a:spcAft>
                <a:spcPts val="600"/>
              </a:spcAft>
            </a:pPr>
            <a:r>
              <a:t>  final_cfg = {**defaults, **user_overrides}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Pattern: enumerate()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Track index + value simultaneously</a:t>
            </a:r>
          </a:p>
          <a:p>
            <a:pPr>
              <a:spcAft>
                <a:spcPts val="600"/>
              </a:spcAft>
            </a:pPr>
            <a:r>
              <a:t>• Replaces manual counters &amp; range(len())</a:t>
            </a:r>
          </a:p>
          <a:p>
            <a:pPr>
              <a:spcAft>
                <a:spcPts val="600"/>
              </a:spcAft>
            </a:pPr>
            <a:r>
              <a:t>• Cleaner logging &amp; test numbering</a:t>
            </a:r>
          </a:p>
          <a:p>
            <a:pPr>
              <a:spcAft>
                <a:spcPts val="600"/>
              </a:spcAft>
            </a:pPr>
            <a:r>
              <a:t>  for i, test in enumerate(cases, start=1):</a:t>
            </a:r>
          </a:p>
          <a:p>
            <a:pPr>
              <a:spcAft>
                <a:spcPts val="600"/>
              </a:spcAft>
            </a:pPr>
            <a:r>
              <a:t>      print(f'{i}. Running {test}')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Pattern: zip()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Parallel iteration over multiple sequences</a:t>
            </a:r>
          </a:p>
          <a:p>
            <a:pPr>
              <a:spcAft>
                <a:spcPts val="600"/>
              </a:spcAft>
            </a:pPr>
            <a:r>
              <a:t>• Stops at the shortest sequence length</a:t>
            </a:r>
          </a:p>
          <a:p>
            <a:pPr>
              <a:spcAft>
                <a:spcPts val="600"/>
              </a:spcAft>
            </a:pPr>
            <a:r>
              <a:t>• Perfect for mapping headers ↔ rows, inputs ↔ expected</a:t>
            </a:r>
          </a:p>
          <a:p>
            <a:pPr>
              <a:spcAft>
                <a:spcPts val="600"/>
              </a:spcAft>
            </a:pPr>
            <a:r>
              <a:t>  for col, val in zip(headers, row_data):</a:t>
            </a:r>
          </a:p>
          <a:p>
            <a:pPr>
              <a:spcAft>
                <a:spcPts val="600"/>
              </a:spcAft>
            </a:pPr>
            <a:r>
              <a:t>      print(f'{col}: {val}')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Automation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Combine control flow + collections for data pipelines</a:t>
            </a:r>
          </a:p>
          <a:p>
            <a:pPr>
              <a:spcAft>
                <a:spcPts val="600"/>
              </a:spcAft>
            </a:pPr>
            <a:r>
              <a:t>• Filter test cases → validate → execute → report</a:t>
            </a:r>
          </a:p>
          <a:p>
            <a:pPr>
              <a:spcAft>
                <a:spcPts val="600"/>
              </a:spcAft>
            </a:pPr>
            <a:r>
              <a:t>  valid_tests = [t for t in suite if t['env'] == current_env]</a:t>
            </a:r>
          </a:p>
          <a:p>
            <a:pPr>
              <a:spcAft>
                <a:spcPts val="600"/>
              </a:spcAft>
            </a:pPr>
            <a:r>
              <a:t>  for idx, test in enumerate(valid_tests, 1):</a:t>
            </a:r>
          </a:p>
          <a:p>
            <a:pPr>
              <a:spcAft>
                <a:spcPts val="600"/>
              </a:spcAft>
            </a:pPr>
            <a:r>
              <a:t>      run(test) if test['enabled'] else skip(test)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Task: Process mock test results &amp; generate summary</a:t>
            </a:r>
          </a:p>
          <a:p>
            <a:pPr>
              <a:spcAft>
                <a:spcPts val="600"/>
              </a:spcAft>
            </a:pPr>
            <a:r>
              <a:t>1. Parse list of dicts: {'id': 1, 'status': 'pass', 'time': 1.2}</a:t>
            </a:r>
          </a:p>
          <a:p>
            <a:pPr>
              <a:spcAft>
                <a:spcPts val="600"/>
              </a:spcAft>
            </a:pPr>
            <a:r>
              <a:t>2. Filter only 'fail' cases using list comprehension</a:t>
            </a:r>
          </a:p>
          <a:p>
            <a:pPr>
              <a:spcAft>
                <a:spcPts val="600"/>
              </a:spcAft>
            </a:pPr>
            <a:r>
              <a:t>3. Use enumerate to number failures</a:t>
            </a:r>
          </a:p>
          <a:p>
            <a:pPr>
              <a:spcAft>
                <a:spcPts val="600"/>
              </a:spcAft>
            </a:pPr>
            <a:r>
              <a:t>4. Calculate avg time using sum() &amp; len()</a:t>
            </a:r>
          </a:p>
          <a:p>
            <a:pPr>
              <a:spcAft>
                <a:spcPts val="600"/>
              </a:spcAft>
            </a:pPr>
            <a:r>
              <a:t>Goal: Apply all concepts in one cohesive script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Automation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✅ Guard clauses &gt; deep nesting</a:t>
            </a:r>
          </a:p>
          <a:p>
            <a:pPr>
              <a:spcAft>
                <a:spcPts val="600"/>
              </a:spcAft>
            </a:pPr>
            <a:r>
              <a:t>✅ for loops + enumerate/zip = Pythonic iteration</a:t>
            </a:r>
          </a:p>
          <a:p>
            <a:pPr>
              <a:spcAft>
                <a:spcPts val="600"/>
              </a:spcAft>
            </a:pPr>
            <a:r>
              <a:t>✅ Choose collection by need: List(order), Set(unique), Dict(map), Tuple(constant)</a:t>
            </a:r>
          </a:p>
          <a:p>
            <a:pPr>
              <a:spcAft>
                <a:spcPts val="600"/>
              </a:spcAft>
            </a:pPr>
            <a:r>
              <a:t>✅ .get() &amp; validation prevent flaky automation</a:t>
            </a:r>
          </a:p>
          <a:p>
            <a:pPr>
              <a:spcAft>
                <a:spcPts val="600"/>
              </a:spcAft>
            </a:pPr>
            <a:r>
              <a:t>🔜 Next: Functions, pytest fixtures, file I/O, API clients</a:t>
            </a:r>
          </a:p>
          <a:p>
            <a:pPr>
              <a:spcAft>
                <a:spcPts val="600"/>
              </a:spcAft>
            </a:pPr>
            <a:r>
              <a:t>💬 Q&amp;A &amp; GitHub repo for all 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